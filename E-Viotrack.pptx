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49735-AC14-3732-F49D-5C47119FD4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60D0FC-EDE0-222B-CE4E-A906D102A2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5343E6-4E08-A729-4DD8-025552C57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6C218-4004-4F87-AB00-2790D8F09C66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45EFBC-5B68-F2B9-7811-CB26BAF85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38762B-A5ED-BBF5-6830-E1D5CD2BF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06E3D-8B83-4926-8285-202782E86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85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DDD86-2439-48E3-8CA6-42E35ED97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91503-C55B-5754-8B4E-810C8FB247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4128AF-4905-BA3F-DB88-675F34629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6C218-4004-4F87-AB00-2790D8F09C66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3CAE7-09A4-0115-CA20-4B1C27303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1C71E7-1EAB-CFC8-6BA1-638B7E914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06E3D-8B83-4926-8285-202782E86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100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C238B-94A8-22D2-8B10-8205B4047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1D200B-7C9D-8490-E7C5-513D2F9098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C0523-E3DE-0D65-12BC-BAEF9C8CA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6C218-4004-4F87-AB00-2790D8F09C66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2C8E2C-0B94-7AFA-A35C-6CD52E233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F72F5-F246-DED1-0F4D-15165C158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06E3D-8B83-4926-8285-202782E86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488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B143B-806F-C2B9-8BE2-FA9E6B813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CB35D-029A-F95E-366B-A3285E033E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65F460-14D8-7E0C-ECD8-07E1683EFE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898B53-88C4-161B-1AAD-10906D769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6C218-4004-4F87-AB00-2790D8F09C66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89FB50-131F-A081-23B6-26C20DAC6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D0840F-5D45-5E27-096C-CD2C8BB48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06E3D-8B83-4926-8285-202782E86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620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A7B43-7840-C307-5DDE-A327CEE12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88114-5D4A-C0E0-B12D-8C3616B3B0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E0B070-3126-C41E-58D3-F5ADC88AB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7D4FD2-28C6-2461-CC8E-E90D8DFC24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9CEFF5-C1E9-035F-98A4-A5F080F553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E94DE1-1DF5-F61C-ED4D-ED9A4657A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6C218-4004-4F87-AB00-2790D8F09C66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D4C37A-265C-FBD2-E20E-0559BE86A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7370E7-D10E-7BE9-A1C8-AA4AE307B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06E3D-8B83-4926-8285-202782E86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429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A38A9-34D4-4EA4-E79E-0ACE52DDB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DCBAE7-B326-89AA-9A82-2C19AFC27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6C218-4004-4F87-AB00-2790D8F09C66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CBD477-1794-4E33-98AE-9F213DE70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5F2C38-0F7B-B773-EE7D-739EDB118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06E3D-8B83-4926-8285-202782E86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701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472D9B-5507-B7C1-D812-82365A833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6C218-4004-4F87-AB00-2790D8F09C66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66CEB0-EAEF-50D9-1126-C9B66439B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ADDE2E-3A16-4B14-D21B-5BF6AF87C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06E3D-8B83-4926-8285-202782E86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16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46946-1169-C766-C450-4F436F658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FBA7C6-955B-A58F-D1AF-F12EBEDF75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4397DB-BE06-47FA-AF90-38D0D7E8B7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988765-5249-6D98-F58B-13CD858D0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6C218-4004-4F87-AB00-2790D8F09C66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48FF33-FD33-247D-2D3F-95B483961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C040C8-8B14-164C-96F4-849B64B45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06E3D-8B83-4926-8285-202782E86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333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20E66-D94E-59B1-8DEB-B6D498012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9E5A3B-4EDE-4DCF-FD6E-13FB030DB8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5F7AA0-CB93-5A51-FCE4-059E6FCA62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FBF31A-66B5-D7E6-D278-5007BEDBF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6C218-4004-4F87-AB00-2790D8F09C66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759E9B-560B-FB83-5E6E-5BE0505AF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4B0BD-2E0D-82A5-BDD1-A02CF780C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06E3D-8B83-4926-8285-202782E86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959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41AFD-95DE-8C28-CDC6-28169BF3F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1AE61A-B373-1076-737C-797C929451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12749-0CFE-0A8F-5EE3-E77F84D26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6C218-4004-4F87-AB00-2790D8F09C66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8996BA-1DD9-BE7D-E1DD-7480946F4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79D332-F3CB-854D-505C-64F369FCB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06E3D-8B83-4926-8285-202782E86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126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D6E59C-62DF-BFAF-7191-4C781143E2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E38443-BD42-6ABE-6C4D-B7F63437AD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1F5A1D-9763-5B10-A56F-BC8853FCC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6C218-4004-4F87-AB00-2790D8F09C66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53346-5BFE-E194-6358-744F52C17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99B5D-F353-BC12-8420-6C60EA4EE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06E3D-8B83-4926-8285-202782E86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117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5F2B17-E974-E0F8-041F-46D2747B5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029DD0-ACF6-DD1E-8242-637DC5F7CE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FB973C-5B8C-9822-F196-EE95CF5AD0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16C218-4004-4F87-AB00-2790D8F09C66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4A4892-1E6C-E33A-D3AB-BB363BDEB7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6BF5D-1ECF-9B96-80C2-672A038D6F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C06E3D-8B83-4926-8285-202782E86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987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43EAF36-4E7B-709D-2336-B5ED396B62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92001" cy="68752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B2E981A-F6A6-85EB-DC29-3A73ED269C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53955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44CD949-FC82-0A54-31F8-2717CC9EC3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488" y="429767"/>
            <a:ext cx="2772802" cy="15636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5920162-4883-EA9C-013B-7AED4A2B75FB}"/>
              </a:ext>
            </a:extLst>
          </p:cNvPr>
          <p:cNvSpPr txBox="1"/>
          <p:nvPr/>
        </p:nvSpPr>
        <p:spPr>
          <a:xfrm>
            <a:off x="868680" y="2478024"/>
            <a:ext cx="109819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E-</a:t>
            </a:r>
            <a:r>
              <a:rPr lang="en-US" dirty="0" err="1"/>
              <a:t>Viotrack</a:t>
            </a:r>
            <a:r>
              <a:rPr lang="en-US" dirty="0"/>
              <a:t> is a desktop application for managing RFID-based vehicle tracking and violation management. It interfaces with long-range RFID readers via serial connection, validates scanned RFID tags against a local SQLite database, and displays real-time violation information for drivers.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7A52EF-6F29-1C6A-B362-70801E88D856}"/>
              </a:ext>
            </a:extLst>
          </p:cNvPr>
          <p:cNvSpPr txBox="1"/>
          <p:nvPr/>
        </p:nvSpPr>
        <p:spPr>
          <a:xfrm>
            <a:off x="868680" y="3885986"/>
            <a:ext cx="1098194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Overview</a:t>
            </a:r>
          </a:p>
          <a:p>
            <a:r>
              <a:rPr lang="en-US" dirty="0"/>
              <a:t>The system reads RFID tag IDs from long-range RFID hardware and queries a database to retrieve associated driver information and any active unpaid violations. Results are displayed immediately in an intuitive GUI based on PyQt6.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1521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CE1AC6C-5C55-A4B1-42FB-7907BE1F424D}"/>
              </a:ext>
            </a:extLst>
          </p:cNvPr>
          <p:cNvSpPr txBox="1"/>
          <p:nvPr/>
        </p:nvSpPr>
        <p:spPr>
          <a:xfrm>
            <a:off x="960120" y="987552"/>
            <a:ext cx="10506456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RFID Tag Reading</a:t>
            </a:r>
            <a:r>
              <a:rPr lang="en-US" sz="1400" dirty="0"/>
              <a:t>: Connects to long-range RFID readers via RS232/USB serial connection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Real-time Validation</a:t>
            </a:r>
            <a:r>
              <a:rPr lang="en-US" sz="1400" dirty="0"/>
              <a:t>: Instantly checks driver records and violation status in SQLite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Violation Tracking</a:t>
            </a:r>
            <a:r>
              <a:rPr lang="en-US" sz="1400" dirty="0"/>
              <a:t>: Detects and displays active unpaid violations for scanned drivers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Driver Management</a:t>
            </a:r>
            <a:r>
              <a:rPr lang="en-US" sz="1400" dirty="0"/>
              <a:t>: Edit driver profiles, violation records, and violation types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Activity Logging</a:t>
            </a:r>
            <a:r>
              <a:rPr lang="en-US" sz="1400" dirty="0"/>
              <a:t>: Comprehensive logging of all scan activities and system events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User-Friendly GUI</a:t>
            </a:r>
            <a:r>
              <a:rPr lang="en-US" sz="1400" dirty="0"/>
              <a:t>: Modern PyQt6-based interface with animated transitions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Settings Management</a:t>
            </a:r>
            <a:r>
              <a:rPr lang="en-US" sz="1400" dirty="0"/>
              <a:t>: Configure RFID reader parameters and application behavior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Admin Panel</a:t>
            </a:r>
            <a:r>
              <a:rPr lang="en-US" sz="1400" dirty="0"/>
              <a:t>: Administrative interface for user and violation management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77878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9dda1df-3fca-45c7-91be-5629a3733338}" enabled="1" method="Standard" siteId="{ec1ca250-c234-4d56-a76b-7dfb9eee0c4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238</TotalTime>
  <Words>177</Words>
  <Application>Microsoft Office PowerPoint</Application>
  <PresentationFormat>Widescreen</PresentationFormat>
  <Paragraphs>14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Oliver Feronel</dc:creator>
  <cp:lastModifiedBy>Oliver Feronel</cp:lastModifiedBy>
  <cp:revision>2</cp:revision>
  <dcterms:created xsi:type="dcterms:W3CDTF">2026-02-07T17:51:45Z</dcterms:created>
  <dcterms:modified xsi:type="dcterms:W3CDTF">2026-02-21T07:03:41Z</dcterms:modified>
</cp:coreProperties>
</file>